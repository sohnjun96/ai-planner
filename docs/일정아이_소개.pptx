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일정아이 — 취합·제출·마감이 많은 사람을 위한 업무 플래너. 흩어진 쪽지를 정리하고, 마감을 먼저 보여 주고, 자연어로 일정을 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 사용자의 하루 통증 4가지 → 해법 한 줄로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대시보드: 마감·제출이 달력에 표식으로, 날짜 클릭 시 그날 할 일, 상태로 구분.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노트: 자동 분류, 취합 체크리스트(+전체 모아보기), 자동 저장, 이어 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자연어로 일정 입력 → 초안 먼저 확인 → 적용. 반복되는 마감 기준은 규칙으로 학습.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기능: 메모·일정을 검색해 답하고, 근거 항목으로 바로 이동.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브라우저 저장(로컬), JSON 백업·복구, 통계로 현황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클로징: 제품 가치 한 줄과 저장소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108960"/>
            <a:ext cx="5486400" cy="5486400"/>
          </a:xfrm>
          <a:prstGeom prst="ellipse">
            <a:avLst/>
          </a:prstGeom>
          <a:solidFill>
            <a:srgbClr val="4A3FB5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786384" cy="786384"/>
          </a:xfrm>
          <a:prstGeom prst="roundRect">
            <a:avLst>
              <a:gd name="adj" fmla="val 18605"/>
            </a:avLst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일정아이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A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쪽지와 마감을, 한 곳에서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9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취합·제출·마감이 많은 하루를 자연어로 정리하는 업무 플래너.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7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 정리   ·   마감 관리   ·   자연어 입력   ·   내 컴퓨터에 보관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하루, 익숙하신가요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2048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299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쪽지가 여기저기 흩어진다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23865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메모, 취합 요청, 제출 목록이 앱마다 따로 논다.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081528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322892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0540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마감이 코앞인데 안 보인다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34107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 급한지 한눈에 들어오지 않는다.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105656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2530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0782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취합하고 제출하길 반복한다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4434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여기저기서 받아 모아, 정해진 기한에 낸다.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512978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527718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1023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"그거 어디 적었더라"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00200" y="54589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때마다 메모를 뒤지느라 시간을 쓴다.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092440" y="1965960"/>
            <a:ext cx="3337560" cy="3566160"/>
          </a:xfrm>
          <a:prstGeom prst="roundRect">
            <a:avLst>
              <a:gd name="adj" fmla="val 3836"/>
            </a:avLst>
          </a:prstGeom>
          <a:solidFill>
            <a:srgbClr val="F1EFFC"/>
          </a:solidFill>
          <a:ln/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4124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그래서,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12480" y="283464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쪽지는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정리되고,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마감은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보이고,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땐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물어본다.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뭐가 급한지, 한눈에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1819656"/>
            <a:ext cx="6693408" cy="468172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4F5"/>
            </a:solidFill>
            <a:prstDash val="solid"/>
          </a:ln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pic>
        <p:nvPicPr>
          <p:cNvPr id="5" name="Image 0" descr="C:\Users\sohnj\Project\260627 AI Planner 클로드\docs\image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658368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984248"/>
            <a:ext cx="310896" cy="310896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233" y="2065081"/>
            <a:ext cx="149230" cy="149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1312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마감·제출이 달력에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11312" y="22860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제출·중요 표식으로 급한 날이 먼저 눈에 띈다. 연가·출장도 셀 색으로 구분.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0" y="3355848"/>
            <a:ext cx="310896" cy="310896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233" y="3436681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11312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누르면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11312" y="3657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날 해야 할 일만 목록으로. 남은 것부터 위로 올라온다.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0" y="4727448"/>
            <a:ext cx="310896" cy="310896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233" y="4808281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1312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끝낸 일은 흐리게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211312" y="5029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완료·취소는 가라앉고, 남은 일만 또렷하게 남는다.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쪽지를, 쌓아서 쓴다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1819656"/>
            <a:ext cx="6693408" cy="468172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4F5"/>
            </a:solidFill>
            <a:prstDash val="solid"/>
          </a:ln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pic>
        <p:nvPicPr>
          <p:cNvPr id="5" name="Image 0" descr="C:\Users\sohnj\Project\260627 AI Planner 클로드\docs\images\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658368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984248"/>
            <a:ext cx="310896" cy="310896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233" y="2065081"/>
            <a:ext cx="149230" cy="149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1312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알아서 분류된다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11312" y="22860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쪽지를 프로젝트·주제별로 자동으로 묶어, 뒤질 일이 줄어든다.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0" y="3355848"/>
            <a:ext cx="310896" cy="310896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233" y="3436681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11312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취합은 체크리스트로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11312" y="3657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항목을 체크하며 관리하고, 남은 건 한 곳에 모아 본다.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0" y="4727448"/>
            <a:ext cx="310896" cy="310896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233" y="4808281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1312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놓치지 않는 저장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211312" y="5029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쪽지로 넘어가도 자동 저장, 순서도 끌어서 바꾼다.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입력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말하면, 일정이 된다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8521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6C5CE7"/>
            </a:solidFill>
            <a:prstDash val="solid"/>
          </a:ln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pPr indent="0" marL="0">
              <a:buNone/>
            </a:pPr>
            <a:r>
              <a:rPr lang="en-US" sz="18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금요일까지 실적보고 제출 잡아줘</a:t>
            </a:r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날짜·마감·종류를 알아서 채운다.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저장하지 않고 초안을 먼저 보여 주니, 확인하고 넣으면 끝.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852160" cy="1783080"/>
          </a:xfrm>
          <a:prstGeom prst="roundRect">
            <a:avLst>
              <a:gd name="adj" fmla="val 6154"/>
            </a:avLst>
          </a:prstGeom>
          <a:solidFill>
            <a:srgbClr val="F1EFF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06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기준은 기억한다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"제출은 오후 6시, 점심은 11시반" 처럼 늘 쓰는 기준을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저장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두면, 다음부터는 시간을 말하지 않아도 알아서 채워 준다.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0376" y="448056"/>
            <a:ext cx="5529072" cy="5916168"/>
          </a:xfrm>
          <a:prstGeom prst="roundRect">
            <a:avLst>
              <a:gd name="adj" fmla="val 1488"/>
            </a:avLst>
          </a:prstGeom>
          <a:solidFill>
            <a:srgbClr val="FFFFFF"/>
          </a:solidFill>
          <a:ln w="12700">
            <a:solidFill>
              <a:srgbClr val="E6E4F5"/>
            </a:solidFill>
            <a:prstDash val="solid"/>
          </a:ln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pic>
        <p:nvPicPr>
          <p:cNvPr id="11" name="Image 0" descr="C:\Users\sohnj\Project\260627 AI Planner 클로드\docs\images\ai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502920"/>
            <a:ext cx="5419344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60920" y="914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 적었더라?"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물어보면 찾아준다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1316736"/>
            <a:ext cx="6166714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6E4F5"/>
            </a:solidFill>
            <a:prstDash val="solid"/>
          </a:ln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pic>
        <p:nvPicPr>
          <p:cNvPr id="5" name="Image 0" descr="C:\Users\sohnj\Project\260627 AI Planner 클로드\docs\images\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6056986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2487168"/>
            <a:ext cx="310896" cy="310896"/>
          </a:xfrm>
          <a:prstGeom prst="ellipse">
            <a:avLst/>
          </a:prstGeom>
          <a:solidFill>
            <a:srgbClr val="E4F6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753" y="2568001"/>
            <a:ext cx="149230" cy="149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99832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메모와 일정을 뒤져 답한다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99832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"표준특허 관련 정리한 거" 한 줄이면 찾아 준다.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60920" y="3630168"/>
            <a:ext cx="310896" cy="310896"/>
          </a:xfrm>
          <a:prstGeom prst="ellipse">
            <a:avLst/>
          </a:prstGeom>
          <a:solidFill>
            <a:srgbClr val="E4F6F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753" y="3711001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99832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그 화면으로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799832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메모·일정을 눌러 곧장 이동한다.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60920" y="4773168"/>
            <a:ext cx="310896" cy="310896"/>
          </a:xfrm>
          <a:prstGeom prst="ellipse">
            <a:avLst/>
          </a:prstGeom>
          <a:solidFill>
            <a:srgbClr val="E4F6F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753" y="4854001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99832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근거도 같이 보여 준다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799832" y="5074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찾았는지 함께 확인할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내 컴퓨터에, 백업은 파일 하나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7F6F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0370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961" y="235110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브라우저에만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963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계정도 서버도 없이 내 컴퓨터에 저장된다.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2004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7F6FE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343814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61" y="358554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백업·복구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28800" y="37307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하나로 옮기고, 필요하면 되돌린다.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4348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7F6FE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67258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961" y="481998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617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쌓인 현황을 한눈에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9651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일정·메모·사용량을 통계로 확인한다.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37376" y="1773936"/>
            <a:ext cx="6100877" cy="4270248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E6E4F5"/>
            </a:solidFill>
            <a:prstDash val="solid"/>
          </a:ln>
          <a:effectLst>
            <a:outerShdw sx="100000" sy="100000" kx="0" ky="0" algn="bl" rotWithShape="0" blurRad="152400" dist="50800" dir="5400000">
              <a:srgbClr val="16172A">
                <a:alpha val="10000"/>
              </a:srgbClr>
            </a:outerShdw>
          </a:effectLst>
        </p:spPr>
      </p:sp>
      <p:pic>
        <p:nvPicPr>
          <p:cNvPr id="20" name="Image 3" descr="C:\Users\sohnj\Project\260627 AI Planner 클로드\docs\images\sta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28800"/>
            <a:ext cx="5991149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926080"/>
            <a:ext cx="7315200" cy="7315200"/>
          </a:xfrm>
          <a:prstGeom prst="ellipse">
            <a:avLst/>
          </a:prstGeom>
          <a:solidFill>
            <a:srgbClr val="4A3FB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400800" cy="6400800"/>
          </a:xfrm>
          <a:prstGeom prst="ellipse">
            <a:avLst/>
          </a:prstGeom>
          <a:solidFill>
            <a:srgbClr val="6C5CE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945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쪽지는 </a:t>
            </a:r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B7A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정리되고</a:t>
            </a:r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마감은 </a:t>
            </a:r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B7A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보이고</a:t>
            </a:r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32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땐 </a:t>
            </a:r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B7A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물어본다</a:t>
            </a:r>
            <a:pPr indent="0" marL="0">
              <a:lnSpc>
                <a:spcPct val="13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일정아이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github.com/sohnjun96/AI-Planner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일정아이 소개</dc:title>
  <dc:subject>PptxGenJS Presentation</dc:subject>
  <dc:creator>일정아이</dc:creator>
  <cp:lastModifiedBy>일정아이</cp:lastModifiedBy>
  <cp:revision>1</cp:revision>
  <dcterms:created xsi:type="dcterms:W3CDTF">2026-07-06T20:07:10Z</dcterms:created>
  <dcterms:modified xsi:type="dcterms:W3CDTF">2026-07-06T20:07:10Z</dcterms:modified>
</cp:coreProperties>
</file>