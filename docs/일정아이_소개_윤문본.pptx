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efe4a4bfc54241" /><Relationship Type="http://schemas.openxmlformats.org/officeDocument/2006/relationships/extended-properties" Target="/docProps/app.xml" Id="R0ddec67ce70b4296" /><Relationship Type="http://schemas.openxmlformats.org/officeDocument/2006/relationships/officeDocument" Target="/ppt/presentation.xml" Id="Rb263fe21d6f247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09a772a9f445d1"/>
  </p:sldMasterIdLst>
  <p:notesMasterIdLst>
    <p:notesMasterId xmlns:r="http://schemas.openxmlformats.org/officeDocument/2006/relationships" r:id="Rd188519aff1740f9"/>
  </p:notesMasterIdLst>
  <p:sldIdLst>
    <p:sldId xmlns:r="http://schemas.openxmlformats.org/officeDocument/2006/relationships" id="256" r:id="Rb985f3b74b654182"/>
    <p:sldId xmlns:r="http://schemas.openxmlformats.org/officeDocument/2006/relationships" id="257" r:id="R156626f8dde54527"/>
    <p:sldId xmlns:r="http://schemas.openxmlformats.org/officeDocument/2006/relationships" id="258" r:id="R7999a6953cbd46ff"/>
    <p:sldId xmlns:r="http://schemas.openxmlformats.org/officeDocument/2006/relationships" id="259" r:id="Rdeec034d085142d5"/>
    <p:sldId xmlns:r="http://schemas.openxmlformats.org/officeDocument/2006/relationships" id="260" r:id="R3477f0464d984f8b"/>
    <p:sldId xmlns:r="http://schemas.openxmlformats.org/officeDocument/2006/relationships" id="261" r:id="R44e3ac96b8bb47c4"/>
    <p:sldId xmlns:r="http://schemas.openxmlformats.org/officeDocument/2006/relationships" id="262" r:id="R5ad0ee5693cc4029"/>
    <p:sldId xmlns:r="http://schemas.openxmlformats.org/officeDocument/2006/relationships" id="263" r:id="Rf0fd73f192b04206"/>
  </p:sldIdLst>
  <p:sldSz cx="12188952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ad34ec8ffb40b8" /><Relationship Type="http://schemas.openxmlformats.org/officeDocument/2006/relationships/slideMaster" Target="/ppt/slideMasters/slideMaster1.xml" Id="R9c09a772a9f445d1" /><Relationship Type="http://schemas.openxmlformats.org/officeDocument/2006/relationships/notesMaster" Target="/ppt/notesMasters/notesMaster1.xml" Id="Rd188519aff1740f9" /><Relationship Type="http://schemas.openxmlformats.org/officeDocument/2006/relationships/presProps" Target="/ppt/presProps.xml" Id="Rc18fb34b623e4ba8" /><Relationship Type="http://schemas.openxmlformats.org/officeDocument/2006/relationships/viewProps" Target="/ppt/viewProps.xml" Id="Rf4e4ba9e2b534f9a" /><Relationship Type="http://schemas.openxmlformats.org/officeDocument/2006/relationships/tableStyles" Target="/ppt/tableStyles.xml" Id="R37f4a90461e944cb" /><Relationship Type="http://schemas.openxmlformats.org/officeDocument/2006/relationships/slide" Target="/ppt/slides/slide1.xml" Id="Rb985f3b74b654182" /><Relationship Type="http://schemas.openxmlformats.org/officeDocument/2006/relationships/slide" Target="/ppt/slides/slide2.xml" Id="R156626f8dde54527" /><Relationship Type="http://schemas.openxmlformats.org/officeDocument/2006/relationships/slide" Target="/ppt/slides/slide3.xml" Id="R7999a6953cbd46ff" /><Relationship Type="http://schemas.openxmlformats.org/officeDocument/2006/relationships/slide" Target="/ppt/slides/slide4.xml" Id="Rdeec034d085142d5" /><Relationship Type="http://schemas.openxmlformats.org/officeDocument/2006/relationships/slide" Target="/ppt/slides/slide5.xml" Id="R3477f0464d984f8b" /><Relationship Type="http://schemas.openxmlformats.org/officeDocument/2006/relationships/slide" Target="/ppt/slides/slide6.xml" Id="R44e3ac96b8bb47c4" /><Relationship Type="http://schemas.openxmlformats.org/officeDocument/2006/relationships/slide" Target="/ppt/slides/slide7.xml" Id="R5ad0ee5693cc4029" /><Relationship Type="http://schemas.openxmlformats.org/officeDocument/2006/relationships/slide" Target="/ppt/slides/slide8.xml" Id="Rf0fd73f192b042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08a084a8cc42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8aab1f86d84c34" /><Relationship Type="http://schemas.openxmlformats.org/officeDocument/2006/relationships/notesMaster" Target="/ppt/notesMasters/notesMaster1.xml" Id="R0bf77181811047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e8218c65284745" /><Relationship Type="http://schemas.openxmlformats.org/officeDocument/2006/relationships/notesMaster" Target="/ppt/notesMasters/notesMaster1.xml" Id="R09277f2f73a543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63dc60b1c7469f" /><Relationship Type="http://schemas.openxmlformats.org/officeDocument/2006/relationships/notesMaster" Target="/ppt/notesMasters/notesMaster1.xml" Id="R3e9de3b5ae3d47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211c722274495b" /><Relationship Type="http://schemas.openxmlformats.org/officeDocument/2006/relationships/notesMaster" Target="/ppt/notesMasters/notesMaster1.xml" Id="R191369288ecf45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39877c05c74fdb" /><Relationship Type="http://schemas.openxmlformats.org/officeDocument/2006/relationships/notesMaster" Target="/ppt/notesMasters/notesMaster1.xml" Id="R92ac461cf2c642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4cd431306b4d0c" /><Relationship Type="http://schemas.openxmlformats.org/officeDocument/2006/relationships/notesMaster" Target="/ppt/notesMasters/notesMaster1.xml" Id="Rf36bea9cf46546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fc9feba17a4761" /><Relationship Type="http://schemas.openxmlformats.org/officeDocument/2006/relationships/notesMaster" Target="/ppt/notesMasters/notesMaster1.xml" Id="R526c687ce1774e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2388d8cb7f4bc6" /><Relationship Type="http://schemas.openxmlformats.org/officeDocument/2006/relationships/notesMaster" Target="/ppt/notesMasters/notesMaster1.xml" Id="R7b582323e5b04a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일정아이 — 취합·제출·마감이 많은 사람을 위한 업무 플래너. 흩어진 쪽지를 정리하고, 마감을 먼저 보여 주고, 자연어로 일정을 넣는다.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대상 사용자의 하루 통증 4가지 → 해법 한 줄로 연결.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대시보드: 마감·제출이 달력에 표식으로, 날짜 클릭 시 그날 할 일, 상태로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노트: 자동 분류, 취합 체크리스트(+전체 모아보기), 자동 저장, 이어 보기.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자연어로 일정 입력 → 초안 먼저 확인 → 적용. 반복되는 마감 기준은 규칙으로 학습.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 기능: 메모·일정을 검색해 답하고, 근거 항목으로 바로 이동.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 브라우저 저장(로컬), JSON 백업·복구, 통계로 현황 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클로징: 제품 가치 한 줄과 저장소 링크.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c3ecf38f3b499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86287301b14a0a" /><Relationship Type="http://schemas.openxmlformats.org/officeDocument/2006/relationships/slideLayout" Target="/ppt/slideLayouts/slideLayout1.xml" Id="Re77c07ed98c74a3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7c07ed98c74a3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90cda8ab143e2" /><Relationship Type="http://schemas.openxmlformats.org/officeDocument/2006/relationships/notesSlide" Target="/ppt/notesSlides/notesSlide1.xml" Id="Rc5997095561541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a234eac014f3b" /><Relationship Type="http://schemas.openxmlformats.org/officeDocument/2006/relationships/image" Target="/ppt/media/image.png" Id="Re0d7a0f865bc4304" /><Relationship Type="http://schemas.openxmlformats.org/officeDocument/2006/relationships/image" Target="/ppt/media/image2.png" Id="Rcd14d6abb5e94b94" /><Relationship Type="http://schemas.openxmlformats.org/officeDocument/2006/relationships/image" Target="/ppt/media/image3.png" Id="Rec1abefb40cd4b81" /><Relationship Type="http://schemas.openxmlformats.org/officeDocument/2006/relationships/image" Target="/ppt/media/image4.png" Id="R23cd7a51b7fe4e5b" /><Relationship Type="http://schemas.openxmlformats.org/officeDocument/2006/relationships/notesSlide" Target="/ppt/notesSlides/notesSlide2.xml" Id="R29d88007ea2f4b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46fa1432d4900" /><Relationship Type="http://schemas.openxmlformats.org/officeDocument/2006/relationships/image" Target="/ppt/media/image5.png" Id="Rb283a59b77a5470f" /><Relationship Type="http://schemas.openxmlformats.org/officeDocument/2006/relationships/image" Target="/ppt/media/image6.png" Id="R837c0b719e9c47d5" /><Relationship Type="http://schemas.openxmlformats.org/officeDocument/2006/relationships/image" Target="/ppt/media/image7.png" Id="R72d7cc2a7959449b" /><Relationship Type="http://schemas.openxmlformats.org/officeDocument/2006/relationships/image" Target="/ppt/media/image8.png" Id="R96deadb3c68443f0" /><Relationship Type="http://schemas.openxmlformats.org/officeDocument/2006/relationships/notesSlide" Target="/ppt/notesSlides/notesSlide3.xml" Id="R606cc29f96654d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6def6677d4c7b" /><Relationship Type="http://schemas.openxmlformats.org/officeDocument/2006/relationships/image" Target="/ppt/media/image9.png" Id="Rb61a5a7a4fae4dcd" /><Relationship Type="http://schemas.openxmlformats.org/officeDocument/2006/relationships/image" Target="/ppt/media/image10.png" Id="Ra462d2f09c004fea" /><Relationship Type="http://schemas.openxmlformats.org/officeDocument/2006/relationships/image" Target="/ppt/media/image11.png" Id="R7fd4c71188dd48b0" /><Relationship Type="http://schemas.openxmlformats.org/officeDocument/2006/relationships/image" Target="/ppt/media/image12.png" Id="R7cc1d1db0bf9491a" /><Relationship Type="http://schemas.openxmlformats.org/officeDocument/2006/relationships/notesSlide" Target="/ppt/notesSlides/notesSlide4.xml" Id="R7b7ea3207d9547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e3043945145e0" /><Relationship Type="http://schemas.openxmlformats.org/officeDocument/2006/relationships/image" Target="/ppt/media/image13.png" Id="R99285c24979640df" /><Relationship Type="http://schemas.openxmlformats.org/officeDocument/2006/relationships/notesSlide" Target="/ppt/notesSlides/notesSlide5.xml" Id="Rcb3c39819a5446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aa8c5d1a14788" /><Relationship Type="http://schemas.openxmlformats.org/officeDocument/2006/relationships/image" Target="/ppt/media/image14.png" Id="R3fb3be1a85a84d88" /><Relationship Type="http://schemas.openxmlformats.org/officeDocument/2006/relationships/image" Target="/ppt/media/image15.png" Id="R37da563f88884bb1" /><Relationship Type="http://schemas.openxmlformats.org/officeDocument/2006/relationships/image" Target="/ppt/media/image16.png" Id="R4cf5aa7910e04f8c" /><Relationship Type="http://schemas.openxmlformats.org/officeDocument/2006/relationships/image" Target="/ppt/media/image17.png" Id="R7f2115465b7d4d5f" /><Relationship Type="http://schemas.openxmlformats.org/officeDocument/2006/relationships/notesSlide" Target="/ppt/notesSlides/notesSlide6.xml" Id="Rf78c7c2d31474a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c77ce04b24aa8" /><Relationship Type="http://schemas.openxmlformats.org/officeDocument/2006/relationships/image" Target="/ppt/media/image18.png" Id="R5966c66bc34d42c3" /><Relationship Type="http://schemas.openxmlformats.org/officeDocument/2006/relationships/image" Target="/ppt/media/image19.png" Id="R4f44702b0bf34d63" /><Relationship Type="http://schemas.openxmlformats.org/officeDocument/2006/relationships/image" Target="/ppt/media/image20.png" Id="Rfae21f0c7fef4eed" /><Relationship Type="http://schemas.openxmlformats.org/officeDocument/2006/relationships/image" Target="/ppt/media/image21.png" Id="R1d2a0436933943c1" /><Relationship Type="http://schemas.openxmlformats.org/officeDocument/2006/relationships/notesSlide" Target="/ppt/notesSlides/notesSlide7.xml" Id="R690409f3ea3b42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8ffe7455e4676" /><Relationship Type="http://schemas.openxmlformats.org/officeDocument/2006/relationships/notesSlide" Target="/ppt/notesSlides/notesSlide8.xml" Id="R04137909568645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97350C9-9E64-4BCF-A587-3C3BC340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-201168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>
              <a:alpha val="18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B724588-36AB-4BA6-8E30-3247391C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108960"/>
            <a:ext cx="5486400" cy="548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3FB5">
              <a:alpha val="14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24E8C99-366C-4749-A3F9-C8BF3566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80160"/>
            <a:ext cx="786384" cy="786384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6C5CE7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01E85E6-80C0-4433-B32A-4765F824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80160"/>
            <a:ext cx="786384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9A144FA-DEA0-46C4-A469-90927A06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77440"/>
            <a:ext cx="8229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일정아이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F1E331-2AD1-4BEF-AF1C-EFB626C1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188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B7ADF7"/>
                </a:solidFill>
                <a:latin typeface="Malgun Gothic"/>
                <a:ea typeface="Malgun Gothic"/>
                <a:cs typeface="Malgun Gothic"/>
              </a:rPr>
              <a:t>흩어진 쪽지와 마감을 한곳에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E4E4EE-D481-44FF-8F6A-B89CEAD4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9120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C9C9E8"/>
                </a:solidFill>
                <a:latin typeface="Malgun Gothic"/>
                <a:ea typeface="Malgun Gothic"/>
                <a:cs typeface="Malgun Gothic"/>
              </a:rPr>
              <a:t>취합과 제출, 마감이 이어지는 하루를 자연어로 정리하는 업무 플래너.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B500921-979C-4ED5-8C15-95AA8247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7A7A98"/>
                </a:solidFill>
                <a:latin typeface="Malgun Gothic"/>
                <a:ea typeface="Malgun Gothic"/>
                <a:cs typeface="Malgun Gothic"/>
              </a:rPr>
              <a:t>쪽지 정리   ·   마감 관리   ·   자연어 입력   ·   내 컴퓨터에 저장</a:t>
            </a:r>
          </a:p>
        </p:txBody>
      </p:sp>
    </p:spTree>
    <p:extLst>
      <p:ext uri="{BB962C8B-B14F-4D97-AF65-F5344CB8AC3E}">
        <p14:creationId xmlns:p14="http://schemas.microsoft.com/office/powerpoint/2010/main" val="1377225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7BDF3C-7488-4346-B2C0-C5484DEB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85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C5CE7"/>
                </a:solidFill>
                <a:latin typeface="Malgun Gothic"/>
                <a:ea typeface="Malgun Gothic"/>
                <a:cs typeface="Malgun Gothic"/>
              </a:rPr>
              <a:t>WHY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65E5568-B672-4DCA-84D9-2AF5E5EA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960120"/>
            <a:ext cx="7772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3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이런 하루, 익숙하신가요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025DC7F-9F17-467F-B0DB-C31F67E5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</p:spPr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7a0f865bc43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0361" y="2204801"/>
            <a:ext cx="272125" cy="272125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71C53EF-4613-4D7E-9314-23358817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29968"/>
            <a:ext cx="5852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쪽지가 여기저기 흩어진다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33A2C1C-5825-413C-8F1A-6EB7CAE6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86584"/>
            <a:ext cx="6035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E6E82"/>
                </a:solidFill>
                <a:latin typeface="Malgun Gothic"/>
                <a:ea typeface="Malgun Gothic"/>
                <a:cs typeface="Malgun Gothic"/>
              </a:rPr>
              <a:t>회의 메모, 취합 요청, 제출 목록이 앱마다 따로 흩어져 있다.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0557251-2B12-4505-895C-E61444E7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8152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</p:spPr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4d6abb5e9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0361" y="3228929"/>
            <a:ext cx="272125" cy="272125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20379163-CD79-49AA-ABB1-E85D1F5E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54096"/>
            <a:ext cx="5852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마감이 코앞인데도 눈에 안 들어온다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ED30E92-58A1-484B-A4E2-E797AA4E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10712"/>
            <a:ext cx="6035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E6E82"/>
                </a:solidFill>
                <a:latin typeface="Malgun Gothic"/>
                <a:ea typeface="Malgun Gothic"/>
                <a:cs typeface="Malgun Gothic"/>
              </a:rPr>
              <a:t>무엇이 더 급한지 한눈에 가늠하기 어렵다.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B79A0E59-F627-4732-ADFE-487A2890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0565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</p:spPr>
      </p:sp>
      <p:pic>
        <p:nvPicPr>
          <p:cNvPr id="3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abefb40cd4b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0361" y="4253057"/>
            <a:ext cx="272125" cy="272125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03CEF5CE-5BB5-4997-9B98-B9887CD0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78224"/>
            <a:ext cx="5852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취합과 제출을 반복한다</a:t>
            </a:r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2FAD1F26-A3F5-4147-ACD9-F32340FE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34840"/>
            <a:ext cx="6035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E6E82"/>
                </a:solidFill>
                <a:latin typeface="Malgun Gothic"/>
                <a:ea typeface="Malgun Gothic"/>
                <a:cs typeface="Malgun Gothic"/>
              </a:rPr>
              <a:t>여기저기서 받은 자료를 모아 정해진 기한에 제출한다.</a:t>
            </a:r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6279E667-291E-49E3-AAE5-31EB405D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2978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</p:spPr>
      </p:sp>
      <p:pic>
        <p:nvPicPr>
          <p:cNvPr id="4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d7a51b7fe4e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0361" y="5277185"/>
            <a:ext cx="272125" cy="272125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CA4068EF-A492-4EFA-B17F-7C786B2B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02352"/>
            <a:ext cx="5852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"그거 어디 적었더라"</a:t>
            </a:r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F8775E3B-4731-411F-AC80-21DE110E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58968"/>
            <a:ext cx="6035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E6E82"/>
                </a:solidFill>
                <a:latin typeface="Malgun Gothic"/>
                <a:ea typeface="Malgun Gothic"/>
                <a:cs typeface="Malgun Gothic"/>
              </a:rPr>
              <a:t>필요할 때마다 메모를 뒤져보느라 시간을 쓴다.</a:t>
            </a:r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1762AC7B-8903-40D4-8310-C84ED739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337560" cy="3566160"/>
          </a:xfrm>
          <a:prstGeom xmlns:a="http://schemas.openxmlformats.org/drawingml/2006/main" prst="roundRect">
            <a:avLst>
              <a:gd name="adj" fmla="val 3836"/>
            </a:avLst>
          </a:prstGeom>
          <a:solidFill xmlns:a="http://schemas.openxmlformats.org/drawingml/2006/main">
            <a:srgbClr val="F1EFFC"/>
          </a:solidFill>
          <a:effectLst xmlns:a="http://schemas.openxmlformats.org/drawingml/2006/main">
            <a:outerShdw blurRad="152400" dist="50800" dir="5400000" sx="100000" sy="100000" kx="0" ky="0" algn="bl" rotWithShape="0">
              <a:srgbClr val="16172A">
                <a:alpha val="10000"/>
              </a:srgbClr>
            </a:outerShdw>
          </a:effectLst>
        </p:spPr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49FECD66-88D9-49FB-99B5-9C452C14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33172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4A3FB5"/>
                </a:solidFill>
                <a:latin typeface="Malgun Gothic"/>
                <a:ea typeface="Malgun Gothic"/>
                <a:cs typeface="Malgun Gothic"/>
              </a:rPr>
              <a:t>그래서,</a:t>
            </a:r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5359C71A-A1A4-41F1-AD36-3DCDFDBF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834640"/>
            <a:ext cx="278892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8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쪽지는 </a:t>
            </a:r>
            <a:r>
              <a:rPr sz="1800" b="1">
                <a:solidFill>
                  <a:srgbClr val="6C5CE7"/>
                </a:solidFill>
                <a:latin typeface="Malgun Gothic"/>
                <a:ea typeface="Malgun Gothic"/>
                <a:cs typeface="Malgun Gothic"/>
              </a:rPr>
              <a:t>정리되고,</a:t>
            </a:r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8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마감은 </a:t>
            </a:r>
            <a:r>
              <a:rPr sz="1800" b="1">
                <a:solidFill>
                  <a:srgbClr val="6C5CE7"/>
                </a:solidFill>
                <a:latin typeface="Malgun Gothic"/>
                <a:ea typeface="Malgun Gothic"/>
                <a:cs typeface="Malgun Gothic"/>
              </a:rPr>
              <a:t>먼저 보이고,</a:t>
            </a:r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8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찾을 땐 </a:t>
            </a:r>
            <a:r>
              <a:rPr sz="1800" b="1">
                <a:solidFill>
                  <a:srgbClr val="6C5CE7"/>
                </a:solidFill>
                <a:latin typeface="Malgun Gothic"/>
                <a:ea typeface="Malgun Gothic"/>
                <a:cs typeface="Malgun Gothic"/>
              </a:rPr>
              <a:t>물어본다.</a:t>
            </a:r>
          </a:p>
        </p:txBody>
      </p:sp>
    </p:spTree>
    <p:extLst>
      <p:ext uri="{BB962C8B-B14F-4D97-AF65-F5344CB8AC3E}">
        <p14:creationId xmlns:p14="http://schemas.microsoft.com/office/powerpoint/2010/main" val="10105242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D20031B-987F-486C-A83A-B681A4C0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00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C5CE7"/>
                </a:solidFill>
                <a:latin typeface="Malgun Gothic"/>
                <a:ea typeface="Malgun Gothic"/>
                <a:cs typeface="Malgun Gothic"/>
              </a:rPr>
              <a:t>한눈에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3E0B3F-CB17-4DA1-90B3-E151A034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91440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오늘 급한 일, 한눈에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A31FA48-A18B-4A89-91E6-B793AC28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819656"/>
            <a:ext cx="6693408" cy="4681728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4F5"/>
            </a:solidFill>
            <a:prstDash val="solid"/>
          </a:ln>
          <a:effectLst xmlns:a="http://schemas.openxmlformats.org/drawingml/2006/main">
            <a:outerShdw blurRad="152400" dist="50800" dir="5400000" sx="100000" sy="100000" kx="0" ky="0" algn="bl" rotWithShape="0">
              <a:srgbClr val="16172A">
                <a:alpha val="10000"/>
              </a:srgbClr>
            </a:outerShdw>
          </a:effectLst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3a59b77a547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187452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0BE7C0C-2317-4B5C-9BA9-41112889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8424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FFC"/>
          </a:solidFill>
        </p:spPr>
      </p:sp>
      <p:pic>
        <p:nvPicPr>
          <p:cNvPr id="2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c0b719e9c47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53233" y="2065081"/>
            <a:ext cx="149230" cy="149230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C1342EF-1F92-47AE-9FBE-97741845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1920240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마감과 제출이 달력에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1B3F9A0-C60F-4DF0-8159-C69AE64E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2286000"/>
            <a:ext cx="36118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6E6E82"/>
                </a:solidFill>
                <a:latin typeface="Malgun Gothic"/>
                <a:ea typeface="Malgun Gothic"/>
                <a:cs typeface="Malgun Gothic"/>
              </a:rPr>
              <a:t>제출·중요 표시로 급한 날이 먼저 눈에 들어온다. 연가와 출장은 셀 색으로 구분한다.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C033BC7-85DE-428F-AD1A-D35B54E7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5584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FFC"/>
          </a:solidFill>
        </p:spPr>
      </p:sp>
      <p:pic>
        <p:nvPicPr>
          <p:cNvPr id="3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7cc2a795944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53233" y="3436681"/>
            <a:ext cx="149230" cy="14923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9E5EE2F5-CFE3-4AC0-8D70-07B65C67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3291840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날짜를 누르면</a:t>
            </a:r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BB42351E-E4A3-467E-BA77-6FDF1C8D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3657600"/>
            <a:ext cx="36118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6E6E82"/>
                </a:solidFill>
                <a:latin typeface="Malgun Gothic"/>
                <a:ea typeface="Malgun Gothic"/>
                <a:cs typeface="Malgun Gothic"/>
              </a:rPr>
              <a:t>그날 해야 할 일만 목록으로 보여 준다. 남은 일은 위로 올라온다.</a:t>
            </a:r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36C38668-4FC9-4867-BDB9-379B5E19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2744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FFC"/>
          </a:solidFill>
        </p:spPr>
      </p:sp>
      <p:pic>
        <p:nvPicPr>
          <p:cNvPr id="3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eadb3c68443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53233" y="4808281"/>
            <a:ext cx="149230" cy="14923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56B8AB88-4334-4228-AAA3-BEC92C9D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4663440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끝낸 일은 흐리게</a:t>
            </a:r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58508DA2-2414-4047-9065-8B5379EE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5029200"/>
            <a:ext cx="36118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6E6E82"/>
                </a:solidFill>
                <a:latin typeface="Malgun Gothic"/>
                <a:ea typeface="Malgun Gothic"/>
                <a:cs typeface="Malgun Gothic"/>
              </a:rPr>
              <a:t>완료·취소한 일은 흐려지고, 남은 일만 또렷하게 보인다.</a:t>
            </a:r>
          </a:p>
        </p:txBody>
      </p:sp>
    </p:spTree>
    <p:extLst>
      <p:ext uri="{BB962C8B-B14F-4D97-AF65-F5344CB8AC3E}">
        <p14:creationId xmlns:p14="http://schemas.microsoft.com/office/powerpoint/2010/main" val="16018567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189DB4D-02A3-4088-A787-6FC340B5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00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C5CE7"/>
                </a:solidFill>
                <a:latin typeface="Malgun Gothic"/>
                <a:ea typeface="Malgun Gothic"/>
                <a:cs typeface="Malgun Gothic"/>
              </a:rPr>
              <a:t>쪽지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3526D3-EEE7-4C9E-AAD1-934A14F6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91440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흩어진 쪽지를 쌓아 쓴다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619A8E4-1DF1-4BD3-B1D9-0DB8B7B8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819656"/>
            <a:ext cx="6693408" cy="4681728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4F5"/>
            </a:solidFill>
            <a:prstDash val="solid"/>
          </a:ln>
          <a:effectLst xmlns:a="http://schemas.openxmlformats.org/drawingml/2006/main">
            <a:outerShdw blurRad="152400" dist="50800" dir="5400000" sx="100000" sy="100000" kx="0" ky="0" algn="bl" rotWithShape="0">
              <a:srgbClr val="16172A">
                <a:alpha val="10000"/>
              </a:srgbClr>
            </a:outerShdw>
          </a:effectLst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a5a7a4fae4d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187452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C2AF78D-C043-49BC-AC39-4C8AEEDC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8424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FFC"/>
          </a:solidFill>
        </p:spPr>
      </p:sp>
      <p:pic>
        <p:nvPicPr>
          <p:cNvPr id="2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2d2f09c004f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53233" y="2065081"/>
            <a:ext cx="149230" cy="149230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0DF5E5A-E203-4601-AF95-898E3C36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1920240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자동으로 분류된다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F47E989-86CB-4443-B52E-E9F86151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2286000"/>
            <a:ext cx="36118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6E6E82"/>
                </a:solidFill>
                <a:latin typeface="Malgun Gothic"/>
                <a:ea typeface="Malgun Gothic"/>
                <a:cs typeface="Malgun Gothic"/>
              </a:rPr>
              <a:t>새 쪽지를 프로젝트와 주제별로 묶어, 찾기 쉬워진다.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255D287-E999-4425-A439-38051C85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5584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FFC"/>
          </a:solidFill>
        </p:spPr>
      </p:sp>
      <p:pic>
        <p:nvPicPr>
          <p:cNvPr id="3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4c71188dd48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53233" y="3436681"/>
            <a:ext cx="149230" cy="14923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224210A0-14F4-4A77-9D35-00DAD439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3291840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취합은 체크리스트로</a:t>
            </a:r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563E7777-2248-4E1E-8974-A3B34110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3657600"/>
            <a:ext cx="36118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6E6E82"/>
                </a:solidFill>
                <a:latin typeface="Malgun Gothic"/>
                <a:ea typeface="Malgun Gothic"/>
                <a:cs typeface="Malgun Gothic"/>
              </a:rPr>
              <a:t>받을 항목을 체크하며 관리하고, 남은 항목도 한곳에서 확인한다.</a:t>
            </a:r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C5E29971-F25D-43E9-936E-BB630EA1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2744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FFC"/>
          </a:solidFill>
        </p:spPr>
      </p:sp>
      <p:pic>
        <p:nvPicPr>
          <p:cNvPr id="3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1d1db0bf949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53233" y="4808281"/>
            <a:ext cx="149230" cy="14923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9F0C6B04-717A-46B2-A1EA-AC6F612F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4663440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빠짐없이 저장된다</a:t>
            </a:r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B5E2EEE4-5E91-4EC9-8DB3-463E26F1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5029200"/>
            <a:ext cx="36118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6E6E82"/>
                </a:solidFill>
                <a:latin typeface="Malgun Gothic"/>
                <a:ea typeface="Malgun Gothic"/>
                <a:cs typeface="Malgun Gothic"/>
              </a:rPr>
              <a:t>다른 쪽지로 넘어가도 자동 저장되고, 순서도 끌어 바꿀 수 있다.</a:t>
            </a:r>
          </a:p>
        </p:txBody>
      </p:sp>
    </p:spTree>
    <p:extLst>
      <p:ext uri="{BB962C8B-B14F-4D97-AF65-F5344CB8AC3E}">
        <p14:creationId xmlns:p14="http://schemas.microsoft.com/office/powerpoint/2010/main" val="12914381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7ED774C-3582-4D7B-95D5-251D3DC1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00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C5CE7"/>
                </a:solidFill>
                <a:latin typeface="Malgun Gothic"/>
                <a:ea typeface="Malgun Gothic"/>
                <a:cs typeface="Malgun Gothic"/>
              </a:rPr>
              <a:t>빠른 입력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746BA63-44D9-4174-9E21-CFA32C7D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914400"/>
            <a:ext cx="7772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말하면, 일정이 된다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6C1685-E1E5-424B-94A2-6681A488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585216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6C5CE7"/>
            </a:solidFill>
            <a:prstDash val="solid"/>
          </a:ln>
          <a:effectLst xmlns:a="http://schemas.openxmlformats.org/drawingml/2006/main">
            <a:outerShdw blurRad="152400" dist="50800" dir="5400000" sx="100000" sy="100000" kx="0" ky="0" algn="bl" rotWithShape="0">
              <a:srgbClr val="16172A">
                <a:alpha val="10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2F1178D-B903-4ABD-95E1-A3BC5605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65960"/>
            <a:ext cx="5486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C5CE7"/>
                </a:solidFill>
                <a:latin typeface="Malgun Gothic"/>
                <a:ea typeface="Malgun Gothic"/>
                <a:cs typeface="Malgun Gothic"/>
              </a:rPr>
              <a:t>“</a:t>
            </a:r>
            <a:r>
              <a:rPr sz="18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금요일까지 실적보고 제출 잡아줘</a:t>
            </a:r>
            <a:r>
              <a:rPr sz="1800" b="1">
                <a:solidFill>
                  <a:srgbClr val="6C5CE7"/>
                </a:solidFill>
                <a:latin typeface="Malgun Gothic"/>
                <a:ea typeface="Malgun Gothic"/>
                <a:cs typeface="Malgun Gothic"/>
              </a:rPr>
              <a:t>”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8897DDC-D6E4-4008-B73E-25F3212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34640"/>
            <a:ext cx="58521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날짜·마감·종류를 알아서 채운다.</a:t>
            </a:r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6E6E82"/>
                </a:solidFill>
                <a:latin typeface="Malgun Gothic"/>
                <a:ea typeface="Malgun Gothic"/>
                <a:cs typeface="Malgun Gothic"/>
              </a:rPr>
              <a:t>바로 저장하지 않고 초안을 먼저 보여 주니, 확인하고 넣으면 끝.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94C5242-CA4E-4C5E-850F-E08EB9FB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5852160" cy="178308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1EFFC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C9EF425-AA15-4621-AB4B-1CF66816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206240"/>
            <a:ext cx="5303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4A3FB5"/>
                </a:solidFill>
                <a:latin typeface="Malgun Gothic"/>
                <a:ea typeface="Malgun Gothic"/>
                <a:cs typeface="Malgun Gothic"/>
              </a:rPr>
              <a:t>반복되는 기준을 기억한다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CF30CA4-339B-4932-8E47-09B38700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63440"/>
            <a:ext cx="5349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300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"제출은 오후 6시, 점심은 11시 반"처럼 자주 쓰는 기준을 규칙으로 저장해 두면, 다음부터는 시간을 말하지 않아도 자동으로 채워 준다.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F46B93E-D3AA-4E5A-B243-69B1A80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448056"/>
            <a:ext cx="5529072" cy="5916168"/>
          </a:xfrm>
          <a:prstGeom xmlns:a="http://schemas.openxmlformats.org/drawingml/2006/main" prst="roundRect">
            <a:avLst>
              <a:gd name="adj" fmla="val 1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4F5"/>
            </a:solidFill>
            <a:prstDash val="solid"/>
          </a:ln>
          <a:effectLst xmlns:a="http://schemas.openxmlformats.org/drawingml/2006/main">
            <a:outerShdw blurRad="152400" dist="50800" dir="5400000" sx="100000" sy="100000" kx="0" ky="0" algn="bl" rotWithShape="0">
              <a:srgbClr val="16172A">
                <a:alpha val="10000"/>
              </a:srgbClr>
            </a:outerShdw>
          </a:effectLst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85c24979640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5240" y="502920"/>
            <a:ext cx="5419344" cy="58064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244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C79474A-B4EC-41DA-97F4-EBC6DB17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6400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C5CE7"/>
                </a:solidFill>
                <a:latin typeface="Malgun Gothic"/>
                <a:ea typeface="Malgun Gothic"/>
                <a:cs typeface="Malgun Gothic"/>
              </a:rPr>
              <a:t>찾기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6DEF518-0E54-4838-BAEF-D0EC0B60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914400"/>
            <a:ext cx="43891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27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"어디 적었더라?"</a:t>
            </a:r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27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물어보면 찾아준다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41BAA4-C596-4D52-A232-E706CD8A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316736"/>
            <a:ext cx="6166714" cy="4315968"/>
          </a:xfrm>
          <a:prstGeom xmlns:a="http://schemas.openxmlformats.org/drawingml/2006/main" prst="roundRect">
            <a:avLst>
              <a:gd name="adj" fmla="val 1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4F5"/>
            </a:solidFill>
            <a:prstDash val="solid"/>
          </a:ln>
          <a:effectLst xmlns:a="http://schemas.openxmlformats.org/drawingml/2006/main">
            <a:outerShdw blurRad="152400" dist="50800" dir="5400000" sx="100000" sy="100000" kx="0" ky="0" algn="bl" rotWithShape="0">
              <a:srgbClr val="16172A">
                <a:alpha val="10000"/>
              </a:srgbClr>
            </a:outerShdw>
          </a:effectLst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3be1a85a84d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1371600"/>
            <a:ext cx="6056986" cy="4206240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6320B7A-8023-4E9D-80A8-AFC335D8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48716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6F1"/>
          </a:solidFill>
        </p:spPr>
      </p:sp>
      <p:pic>
        <p:nvPicPr>
          <p:cNvPr id="2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a563f88884b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41753" y="2568001"/>
            <a:ext cx="149230" cy="149230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D997BD6-6EA2-4A2A-9835-0B6E1CA9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832" y="2423160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메모와 일정을 찾아 답한다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4C52A94-8F1D-43B6-B913-2313C498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832" y="2788920"/>
            <a:ext cx="4114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6E6E82"/>
                </a:solidFill>
                <a:latin typeface="Malgun Gothic"/>
                <a:ea typeface="Malgun Gothic"/>
                <a:cs typeface="Malgun Gothic"/>
              </a:rPr>
              <a:t>"표준특허 관련 정리한 거"처럼 한 줄로 물으면 찾아 준다.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122C4E0-7025-4E1F-AC25-9483A4BE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63016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6F1"/>
          </a:solidFill>
        </p:spPr>
      </p:sp>
      <p:pic>
        <p:nvPicPr>
          <p:cNvPr id="3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5aa7910e04f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41753" y="3711001"/>
            <a:ext cx="149230" cy="14923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6710C2B3-6FFB-43FC-A5FB-48B99D40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832" y="3566160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바로 그 화면으로</a:t>
            </a:r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1C1DCFEB-A2A4-4865-8ECE-3AA0708E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832" y="3931920"/>
            <a:ext cx="4114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6E6E82"/>
                </a:solidFill>
                <a:latin typeface="Malgun Gothic"/>
                <a:ea typeface="Malgun Gothic"/>
                <a:cs typeface="Malgun Gothic"/>
              </a:rPr>
              <a:t>찾은 메모나 일정을 누르면 바로 이동한다.</a:t>
            </a:r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A16E3BC7-D78B-4FEF-9532-0626D669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77316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6F1"/>
          </a:solidFill>
        </p:spPr>
      </p:sp>
      <p:pic>
        <p:nvPicPr>
          <p:cNvPr id="3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115465b7d4d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41753" y="4854001"/>
            <a:ext cx="149230" cy="14923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B37758F5-09C0-45EC-8CF8-EB56A0D1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832" y="4709160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근거도 같이 보여 준다</a:t>
            </a:r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63827C98-0164-46CD-96A7-07767E29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832" y="5074920"/>
            <a:ext cx="4114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6E6E82"/>
                </a:solidFill>
                <a:latin typeface="Malgun Gothic"/>
                <a:ea typeface="Malgun Gothic"/>
                <a:cs typeface="Malgun Gothic"/>
              </a:rPr>
              <a:t>어디서 찾았는지도 함께 확인할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333019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3C645AF-7E70-4A8F-A6D9-E812ADD3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00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C5CE7"/>
                </a:solidFill>
                <a:latin typeface="Malgun Gothic"/>
                <a:ea typeface="Malgun Gothic"/>
                <a:cs typeface="Malgun Gothic"/>
              </a:rPr>
              <a:t>안심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B4FF940-9C16-4697-8D0D-37D653D9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91440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전부 내 컴퓨터에, 백업은 파일 하나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856A629-BC14-4731-A83A-3462044A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51206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6FE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E7FB6DD-23B6-4CEF-951E-25891B5D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20370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</p:spPr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6c66bc34d42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8961" y="2351105"/>
            <a:ext cx="272125" cy="272125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2932E1-30DC-4650-AD98-7D2FC626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48840"/>
            <a:ext cx="3931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내 브라우저에만 저장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1269474-B740-4003-974F-8AFDC506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96312"/>
            <a:ext cx="3977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E6E82"/>
                </a:solidFill>
                <a:latin typeface="Malgun Gothic"/>
                <a:ea typeface="Malgun Gothic"/>
                <a:cs typeface="Malgun Gothic"/>
              </a:rPr>
              <a:t>계정도 서버도 없이 내 컴퓨터에 저장된다.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6591D7D-0904-4C62-9205-3938039E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00400"/>
            <a:ext cx="51206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6FE"/>
          </a:solidFill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310F8BB-9A47-42FF-A8D2-D041FB00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3814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</p:spPr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4702b0bf34d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8961" y="3585545"/>
            <a:ext cx="272125" cy="272125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7D43BBB-6794-421B-8036-8A66DAC0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83280"/>
            <a:ext cx="3931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파일 하나로 백업·복구</a:t>
            </a: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413090CB-7B2A-4A49-8137-346056EE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30752"/>
            <a:ext cx="3977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E6E82"/>
                </a:solidFill>
                <a:latin typeface="Malgun Gothic"/>
                <a:ea typeface="Malgun Gothic"/>
                <a:cs typeface="Malgun Gothic"/>
              </a:rPr>
              <a:t>파일 하나로 옮기고, 필요하면 되돌린다.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3A30785-8631-4615-AC7C-387DEDF1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34840"/>
            <a:ext cx="51206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6FE"/>
          </a:solidFill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84A42F9F-1632-4FF7-91E8-CDB37903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67258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</p:spPr>
      </p:sp>
      <p:pic>
        <p:nvPicPr>
          <p:cNvPr id="3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21f0c7fef4e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8961" y="4819985"/>
            <a:ext cx="272125" cy="272125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B6A001B5-1CF6-4DFF-849E-FA2A22E4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617720"/>
            <a:ext cx="3931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6263A"/>
                </a:solidFill>
                <a:latin typeface="Malgun Gothic"/>
                <a:ea typeface="Malgun Gothic"/>
                <a:cs typeface="Malgun Gothic"/>
              </a:rPr>
              <a:t>쌓인 현황도 한눈에</a:t>
            </a:r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F5726BA6-5685-4434-802A-05F7946D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965192"/>
            <a:ext cx="3977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E6E82"/>
                </a:solidFill>
                <a:latin typeface="Malgun Gothic"/>
                <a:ea typeface="Malgun Gothic"/>
                <a:cs typeface="Malgun Gothic"/>
              </a:rPr>
              <a:t>일정, 메모, 사용량을 통계로 한눈에 확인한다.</a:t>
            </a:r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E87EE7FA-6D44-4C48-9F86-1A91ADDE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1773936"/>
            <a:ext cx="6100877" cy="4270248"/>
          </a:xfrm>
          <a:prstGeom xmlns:a="http://schemas.openxmlformats.org/drawingml/2006/main" prst="roundRect">
            <a:avLst>
              <a:gd name="adj" fmla="val 1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4F5"/>
            </a:solidFill>
            <a:prstDash val="solid"/>
          </a:ln>
          <a:effectLst xmlns:a="http://schemas.openxmlformats.org/drawingml/2006/main">
            <a:outerShdw blurRad="152400" dist="50800" dir="5400000" sx="100000" sy="100000" kx="0" ky="0" algn="bl" rotWithShape="0">
              <a:srgbClr val="16172A">
                <a:alpha val="10000"/>
              </a:srgbClr>
            </a:outerShdw>
          </a:effectLst>
        </p:spPr>
      </p:sp>
      <p:pic>
        <p:nvPicPr>
          <p:cNvPr id="4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a0436933943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2240" y="1828800"/>
            <a:ext cx="5991149" cy="41605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3224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6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5C2AB98-E356-49EE-BD15-DC0B8BD9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292608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3FB5">
              <a:alpha val="16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CED7856-48EA-4A6B-B70B-8DEFCAE3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-237744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>
              <a:alpha val="16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29D8D14-DC94-4492-93A4-4A255E49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94560"/>
            <a:ext cx="104241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3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쪽지는 </a:t>
            </a:r>
            <a:r>
              <a:rPr sz="3200" b="1">
                <a:solidFill>
                  <a:srgbClr val="B7ADF7"/>
                </a:solidFill>
                <a:latin typeface="Malgun Gothic"/>
                <a:ea typeface="Malgun Gothic"/>
                <a:cs typeface="Malgun Gothic"/>
              </a:rPr>
              <a:t>정리되고</a:t>
            </a:r>
            <a:r>
              <a:rPr sz="3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마감은 </a:t>
            </a:r>
            <a:r>
              <a:rPr sz="3200" b="1">
                <a:solidFill>
                  <a:srgbClr val="B7ADF7"/>
                </a:solidFill>
                <a:latin typeface="Malgun Gothic"/>
                <a:ea typeface="Malgun Gothic"/>
                <a:cs typeface="Malgun Gothic"/>
              </a:rPr>
              <a:t>먼저 보이고</a:t>
            </a:r>
            <a:r>
              <a:rPr sz="3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</a:t>
            </a:r>
          </a:p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3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찾을 땐 </a:t>
            </a:r>
            <a:r>
              <a:rPr sz="3200" b="1">
                <a:solidFill>
                  <a:srgbClr val="B7ADF7"/>
                </a:solidFill>
                <a:latin typeface="Malgun Gothic"/>
                <a:ea typeface="Malgun Gothic"/>
                <a:cs typeface="Malgun Gothic"/>
              </a:rPr>
              <a:t>물어본다</a:t>
            </a:r>
            <a:r>
              <a:rPr sz="3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9F3D43-6D8E-41F3-B30B-7C3E3BDD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160520"/>
            <a:ext cx="5486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8B7CF0"/>
                </a:solidFill>
                <a:latin typeface="Malgun Gothic"/>
                <a:ea typeface="Malgun Gothic"/>
                <a:cs typeface="Malgun Gothic"/>
              </a:rPr>
              <a:t>일정아이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5368015-134A-4EDB-A3A2-A5074510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84632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8A8AA8"/>
                </a:solidFill>
                <a:latin typeface="Malgun Gothic"/>
                <a:ea typeface="Malgun Gothic"/>
                <a:cs typeface="Malgun Gothic"/>
              </a:rPr>
              <a:t>github.com/sohnjun96/AI-Planner</a:t>
            </a:r>
          </a:p>
        </p:txBody>
      </p:sp>
    </p:spTree>
    <p:extLst>
      <p:ext uri="{BB962C8B-B14F-4D97-AF65-F5344CB8AC3E}">
        <p14:creationId xmlns:p14="http://schemas.microsoft.com/office/powerpoint/2010/main" val="49909236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2026-07-19T11:47:38.2190000Z</dcterms:created>
  <dcterms:modified xsi:type="dcterms:W3CDTF">2026-07-19T11:47:38.2190000Z</dcterms:modified>
</coreProperties>
</file>